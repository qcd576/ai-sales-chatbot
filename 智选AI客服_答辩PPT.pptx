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54864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销售(售后)服务AI聊天机器人开发项目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3BAF3"/>
                </a:solidFill>
                <a:latin typeface="Microsoft YaHei"/>
              </a:defRPr>
            </a:pPr>
            <a:r>
              <a:t>——以智选科技消费电子品牌为例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657600"/>
            <a:ext cx="27432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931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答辩人: 乔成铎</a:t>
            </a:r>
          </a:p>
          <a:p>
            <a:pPr>
              <a:spcAft>
                <a:spcPts val="300"/>
              </a:spcAft>
              <a:defRPr sz="1600" b="0">
                <a:solidFill>
                  <a:srgbClr val="93BAF3"/>
                </a:solidFill>
                <a:latin typeface="Microsoft YaHei"/>
              </a:defRPr>
            </a:pPr>
            <a:r>
              <a:t>课程名称: 大数据机器学习</a:t>
            </a:r>
          </a:p>
          <a:p>
            <a:pPr>
              <a:spcAft>
                <a:spcPts val="300"/>
              </a:spcAft>
              <a:defRPr sz="1600" b="0">
                <a:solidFill>
                  <a:srgbClr val="93BAF3"/>
                </a:solidFill>
                <a:latin typeface="Microsoft YaHei"/>
              </a:defRPr>
            </a:pPr>
            <a:r>
              <a:t>项目周期: 10周 (2026年3月 - 2026年6月)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3474720" cy="2926080"/>
          </a:xfrm>
          <a:prstGeom prst="rect">
            <a:avLst/>
          </a:prstGeom>
          <a:solidFill>
            <a:srgbClr val="25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2860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核心技术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93BAF3"/>
                </a:solidFill>
                <a:latin typeface="Microsoft YaHei"/>
              </a:defRPr>
            </a:pPr>
            <a:r>
              <a:t>🤖 大语言模型 (DeepSeek)</a:t>
            </a:r>
          </a:p>
          <a:p>
            <a:pPr>
              <a:spcAft>
                <a:spcPts val="300"/>
              </a:spcAft>
              <a:defRPr sz="1400" b="0">
                <a:solidFill>
                  <a:srgbClr val="93BAF3"/>
                </a:solidFill>
                <a:latin typeface="Microsoft YaHei"/>
              </a:defRPr>
            </a:pPr>
            <a:r>
              <a:t>📝 提示词工程 (六层框架)</a:t>
            </a:r>
          </a:p>
          <a:p>
            <a:pPr>
              <a:spcAft>
                <a:spcPts val="300"/>
              </a:spcAft>
              <a:defRPr sz="1400" b="0">
                <a:solidFill>
                  <a:srgbClr val="93BAF3"/>
                </a:solidFill>
                <a:latin typeface="Microsoft YaHei"/>
              </a:defRPr>
            </a:pPr>
            <a:r>
              <a:t>📚 检索增强生成 (RAG)</a:t>
            </a:r>
          </a:p>
          <a:p>
            <a:pPr>
              <a:spcAft>
                <a:spcPts val="300"/>
              </a:spcAft>
              <a:defRPr sz="1400" b="0">
                <a:solidFill>
                  <a:srgbClr val="93BAF3"/>
                </a:solidFill>
                <a:latin typeface="Microsoft YaHei"/>
              </a:defRPr>
            </a:pPr>
            <a:r>
              <a:t>⚛️ React + FastAPI 全栈</a:t>
            </a:r>
          </a:p>
          <a:p>
            <a:pPr>
              <a:spcAft>
                <a:spcPts val="300"/>
              </a:spcAft>
              <a:defRPr sz="1400" b="0">
                <a:solidFill>
                  <a:srgbClr val="93BAF3"/>
                </a:solidFill>
                <a:latin typeface="Microsoft YaHei"/>
              </a:defRPr>
            </a:pPr>
            <a:r>
              <a:t>☁️ 阿里云ECS部署</a:t>
            </a:r>
          </a:p>
          <a:p>
            <a:pPr>
              <a:spcAft>
                <a:spcPts val="300"/>
              </a:spcAft>
              <a:defRPr sz="1400" b="0">
                <a:solidFill>
                  <a:srgbClr val="93BAF3"/>
                </a:solidFill>
                <a:latin typeface="Microsoft YaHei"/>
              </a:defRPr>
            </a:pPr>
            <a:r>
              <a:t>📱 Android APK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汇报大纲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709928"/>
            <a:ext cx="36576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项目背景与市场分析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行业痛点 / 差异化定位 / 目标用户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578608"/>
            <a:ext cx="36576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技术选型与系统架构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技术栈 / 四层架构 / 数据库设计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447288"/>
            <a:ext cx="36576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AI功能核心实现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六层提示词框架 / 知识库构建 / RAG策略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4315968"/>
            <a:ext cx="36576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全栈系统开发与实现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FastAPI后端 / React前端 / 核心API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9377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5184648"/>
            <a:ext cx="36576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系统测试与云端部署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功能测试 / 阿里云部署 / APK打包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806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6053328"/>
            <a:ext cx="36576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项目演示与总结展望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在线访问 / 成果总结 / 未来方向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项目背景与市场分析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MARKET ANALYSIS &amp; PROJECT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🔴 行业痛点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人力成本高: 客服团队随业务线性增长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响应速度慢: 高峰期用户排队等待时间长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服务质量参差: 人工情绪/知识水平差异大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知识覆盖不全: 难以记住所有产品细节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数据利用率低: 对话数据未有效沉淀利用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24小时服务难: 夜班人力投入产出比低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🟢 本系统解决方案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✓ LLM驱动: 大模型理解意图，自然对话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✓ 提示词工程: 六层框架确保回复专业可控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✓ RAG增强: 知识库检索提升回复精确性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✓ 全栈系统: 前端聊天+后台管理+会话持久化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✓ 云部署: 阿里云公网服务+Android APK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9718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✓ 离线可用: APK内置离线智能回复引擎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👤 目标用户画像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电商消费者: 关注参数/价格/优惠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潜在购买者: 需要选购建议和对比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已购用户: 查询订单/物流/售后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投诉用户: 需要情绪安抚和解决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• 年龄跨度: 18-60岁不同技术熟悉度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🎯 五大核心功能 &amp; 品牌定位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43484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品牌: 智选科技(SmartPick Tech)——虚构消费电子电商品牌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65429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产品线: 智能手机 | 笔记本电脑 | 平板 | 智能穿戴 | 配件 (五大品类)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8737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❶ 产品咨询: 介绍特性/配置/价格，帮助选择合适产品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932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❷ 订单查询: 查询订单状态/物流信息/预计送达时间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3126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❸ 退换货政策: 解答退换货条件/流程/时效/运费规则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321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❹ 故障排查: 针对常见使用问题提供基础排查引导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75157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❺ 情绪安抚: 投诉时先共情再解决，自然引导销售转化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710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开发阶段: 市场调研→架构设计→AI核心→全栈开发→集成部署→答辩 (10周)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技术选型与系统架构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TECH STACK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前端展示层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1109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React 18 + 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7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3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Vite 6 构建工具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42615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79191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TailwindCSS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26663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39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React Router v6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10711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47287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Capacitor (APK)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59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3133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PWA 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280160"/>
            <a:ext cx="26974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13075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后端服务层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1874519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91109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Python 3.12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258567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295143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FastAPI 异步框架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642615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679191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Uvicorn ASGI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026663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063239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Pydantic 数据验证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410711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447287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CORS 跨域支持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794759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83133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httpx 异步HTTP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280160"/>
            <a:ext cx="2697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3075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AI模型层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874519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91109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DeepSeek Chat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258567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295143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六层提示词工程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642615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679191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RAG 检索增强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026663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063239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关键词匹配检索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410711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447287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32条知识库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794759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383133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离线模拟降级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1280160"/>
            <a:ext cx="269748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13075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数据持久层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1874519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191109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SQLite 3 数据库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2258567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2295143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SQLAlchemy 2.0 ORM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2642615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2679191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3张核心数据表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3026663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3063239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UUID会话标识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410711"/>
            <a:ext cx="269748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40" y="3447287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自动迁移能力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3794759"/>
            <a:ext cx="2697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5440" y="383133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本地文件存储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🏗️ 四层系统架构 (前后端分离)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800600"/>
            <a:ext cx="25603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8188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前端展示层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481888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React应用 → Vite构建 → 静态资源 → 浏览器 / Android APK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239512"/>
            <a:ext cx="2560320" cy="3657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2578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🔗 HTTP/REST 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0" y="52578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JSON数据交换 · 10个RESTful端点 · CORS跨域支持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678424"/>
            <a:ext cx="256032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569671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后端服务层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0" y="569671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FastAPI → Chat/Session/Knowledge API → LLM调用 → RAG检索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6117336"/>
            <a:ext cx="25603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61356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💾 数据持久层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613562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SQLAlchemy ORM → SQLite 3 → conversations/messages/knowledge_base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AI功能核心实现——六层提示词框架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PROMPT ENGINEERING —— 区别于简单API调用的核心设计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6. 知识增强层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注入知识库检索结果, 提供参考信息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64008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219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5. 边界处理层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非业务问题引导/敏感内容过滤/转人工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6400800" cy="685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03580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99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4. 服务原则层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91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专业准确·热情友好·耐心细致·销售意识·情绪安抚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6400800" cy="6858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76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3. 能力范围层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69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产品咨询/订单查询/退换货/售后维修/故障排查/促销活动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6400800" cy="6858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5902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53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2. 品牌知识注入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46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智选科技品牌背景/产品线/价格区间/服务政策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57800"/>
            <a:ext cx="6400800" cy="685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330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1. 角色设定层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23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你是智选科技的AI客服助手，名叫小智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371600"/>
            <a:ext cx="45720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💡 设计关键要点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18745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逐层递进: 从底层身份到顶层知识，每层解决一类控制需求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09397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协同工作: 六层同时生效，LLM始终在预期框架内对话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53288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✨ 核心亮点: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75234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• 角色注入: 通过系统提示词注入品牌知识，无需微调模型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29718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• 边界意识: 非业务问题: 道歉+解释+引导，而非生硬拒绝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19125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• 情绪安抚: 遇投诉先共情再解决，体现服务温度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41071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• 销售意识: 自然推荐相关产品，不强硬推销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63016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• 格式控制: 步骤用编号、重要信息加粗、每次&lt;=300字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06908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迭代调优: 3轮实战测试→逐层优化→对比质量→确定最终版本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AI功能核心实现——知识库构建 &amp; RAG策略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KNOWLEDGE BASE &amp;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📚 结构化知识库 (32条 Q&amp;A)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品牌: 智选科技(SmartPick Tech)——消费电子产品电商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📱 产品咨询 (6条): Smart X1/X1 Pro/Book Air/Pro/Watch S3等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3288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💰 价格促销 (4条): 产品价格/分期付款/优惠活动/学生折扣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📦 订单物流 (5条): 配送时效/物流查询/订单状态/发货政策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🔄 退换货 (5条): 7天无理由/15天换货/退款流程/运费规则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912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🔧 售后保修 (5条): 保修期限/维修流程/网点查询/故障排查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107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📖 使用指导 (4条): 产品使用技巧/常见问题/系统更新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301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👤 账号会员 (3条): 会员积分/权益兑换/账号管理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🔍 RAG检索增强生成流程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745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① 用户输入查询 → 中文分词提取关键词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939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② 遍历知识库32条Q&amp;A → 计算匹配分数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134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问题匹配权重x3 | 答案匹配权重x1 | 完整短语额外加分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328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③ 按分数降序排列 → 取Top-3最相关条目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523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④ 构建知识上下文 → 注入System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⑤ LLM基于: 系统提示词+知识上下文+历史对话+用户消息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19125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⑥ 启用RAG vs 未启用: 精确性显著提升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📊 RAG效果对比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345643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53128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对比维度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434840"/>
            <a:ext cx="3639312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453128"/>
            <a:ext cx="3639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❌ 未启用RAG(纯LLM)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4434840"/>
            <a:ext cx="4096512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453128"/>
            <a:ext cx="4096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✅ 启用RAG(本系统)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345643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64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回复精确性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4846320"/>
            <a:ext cx="363931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Microsoft YaHei"/>
              </a:defRPr>
            </a:pPr>
            <a:r>
              <a:t>依赖预训练知识，可能编造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846320"/>
            <a:ext cx="409651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66334"/>
                </a:solidFill>
                <a:latin typeface="Microsoft YaHei"/>
              </a:defRPr>
            </a:pPr>
            <a:r>
              <a:t>基于知识库真实数据，精确可信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75504"/>
            <a:ext cx="345643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93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品牌一致性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5175504"/>
            <a:ext cx="363931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Microsoft YaHei"/>
              </a:defRPr>
            </a:pPr>
            <a:r>
              <a:t>可能混入其他品牌信息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5175504"/>
            <a:ext cx="409651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51937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66334"/>
                </a:solidFill>
                <a:latin typeface="Microsoft YaHei"/>
              </a:defRPr>
            </a:pPr>
            <a:r>
              <a:t>严格基于智选科技知识库内容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504688"/>
            <a:ext cx="345643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522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价格准确度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5504688"/>
            <a:ext cx="363931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0" y="55229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Microsoft YaHei"/>
              </a:defRPr>
            </a:pPr>
            <a:r>
              <a:t>可能输出过时或错误价格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5504688"/>
            <a:ext cx="409651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5522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66334"/>
                </a:solidFill>
                <a:latin typeface="Microsoft YaHei"/>
              </a:defRPr>
            </a:pPr>
            <a:r>
              <a:t>与知识库中价格数据完全一致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833872"/>
            <a:ext cx="345643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852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政策准确性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5833872"/>
            <a:ext cx="363931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Microsoft YaHei"/>
              </a:defRPr>
            </a:pPr>
            <a:r>
              <a:t>退换货政策可能不准确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0" y="5833872"/>
            <a:ext cx="409651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5852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66334"/>
                </a:solidFill>
                <a:latin typeface="Microsoft YaHei"/>
              </a:defRPr>
            </a:pPr>
            <a:r>
              <a:t>退换货/保修政策100%准确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6163056"/>
            <a:ext cx="345643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1813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可维护性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6163056"/>
            <a:ext cx="363931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60" y="61813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Microsoft YaHei"/>
              </a:defRPr>
            </a:pPr>
            <a:r>
              <a:t>修改信息需重新微调模型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6163056"/>
            <a:ext cx="4096512" cy="301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0" y="61813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66334"/>
                </a:solidFill>
                <a:latin typeface="Microsoft YaHei"/>
              </a:defRPr>
            </a:pPr>
            <a:r>
              <a:t>直接更新知识库条目即可生效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系统实现——后端 (FastAPI)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BACKEND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🔗 核心API端点 (10个RESTful接口)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7043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828800"/>
            <a:ext cx="89611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856231"/>
            <a:ext cx="896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28800"/>
            <a:ext cx="345643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856231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端点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1170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2585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聊天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240280"/>
            <a:ext cx="89611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9072" y="2258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240280"/>
            <a:ext cx="3456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22585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/api/chat/send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1170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5786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会话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2560320"/>
            <a:ext cx="89611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9072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560320"/>
            <a:ext cx="3456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25786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/api/sessions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80360"/>
            <a:ext cx="1170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8986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会话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2880360"/>
            <a:ext cx="89611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28986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880360"/>
            <a:ext cx="3456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3472" y="2898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/api/sessions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00400"/>
            <a:ext cx="1170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2186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会话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3200400"/>
            <a:ext cx="89611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218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200400"/>
            <a:ext cx="3456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3472" y="32186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/api/sessions/{id}/messages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20440"/>
            <a:ext cx="1170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538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会话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3520440"/>
            <a:ext cx="89611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19072" y="35387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DELETE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520440"/>
            <a:ext cx="3456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33472" y="3538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/api/sessions/{id}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1170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38587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3840480"/>
            <a:ext cx="89611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19072" y="3858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3840480"/>
            <a:ext cx="3456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33472" y="3858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/api/knowledge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60520"/>
            <a:ext cx="1170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4178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0" y="4160520"/>
            <a:ext cx="89611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19072" y="4178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4160520"/>
            <a:ext cx="3456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33472" y="41788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/api/knowledge/categories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480560"/>
            <a:ext cx="1170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4988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45920" y="4480560"/>
            <a:ext cx="89611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19072" y="44988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480560"/>
            <a:ext cx="3456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33472" y="44988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/api/knowledge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800600"/>
            <a:ext cx="1170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48188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0" y="4800600"/>
            <a:ext cx="89611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19072" y="48188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PUT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0" y="4800600"/>
            <a:ext cx="3456432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33472" y="48188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/api/knowledge/{id}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120640"/>
            <a:ext cx="1170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" y="5138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0" y="5120640"/>
            <a:ext cx="89611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19072" y="51389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DELETE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5120640"/>
            <a:ext cx="3456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33472" y="51389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/api/knowledge/{id}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1828800"/>
            <a:ext cx="5212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🗄️ 数据库设计 (SQLite + SQLAlchemy)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29400" y="23317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三张核心表: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9400" y="2551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conversations: 会话ID(UUID)/标题/时间戳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29400" y="277063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messages: 角色(user/assistant)/内容/时间戳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29400" y="29900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knowledge_base: 问题/答案/分类/时间戳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29400" y="3209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亮点: UUID会话标识 | 自动标题生成 | ORM可迁移至PostgreSQL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4206240"/>
            <a:ext cx="52120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2940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⚡ 关键技术特性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470916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异步架构: async/await + httpx.AsyncClient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492861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CORS中间件: allow_origins=[*] 跨域支持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51480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自动降级: API失败→切换内置模拟回复(20+关键词)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29400" y="536752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会话持久化: 多轮对话历史存储与恢复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29400" y="558698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Swagger文档: /docs 交互式API文档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29400" y="5806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生产托管: FastAPI挂载Vite产物+SPA路由回退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9400" y="602589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安全: .env管理API Key, .gitignore排除敏感文件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系统实现——前端 (React + TypeScript)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FRONTEND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💬 用户聊天页 ChatPage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聊天气泡界面 (用户蓝/客服白)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欢迎页 + 快捷问题按钮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自动滚动到最新消息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时间戳显示 (刚刚/X分钟前)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Enter发送/Shift+Enter换行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离线模式: 20+关键词智能匹配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9125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在线模式: 连接后端DeepSeek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⚙️ 服务器设置页 SetupPage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一键离线模式: 无需网络体验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服务器地址输入框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测试连接按钮 (自动检测可用性)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连接状态提示 (成功/失败)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设置持久化 (localStorage)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9718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Web版默认显示/APK跳过直达聊天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📋 管理后台 AdminPage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知识库条目列表展示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分类筛选 + 关键词搜索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新增/编辑/删除知识条目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预设7大分类 + 自定义分类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二次确认删除 (防误操作)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9718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返回聊天按钮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39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861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📱 移动端适配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5195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PWA支持: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7141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manifest.json (应用名称/图标/主题色)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69087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Service Worker (离线缓存策略)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29783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Android APK (Capacitor):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34923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打包Web应用为原生APK (4.1MB)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6869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纯内联样式 (WebView兼容)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8815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安装即用，无需服务器连接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749039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38861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🛠️ 前端技术特性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25195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React 18 + TypeScript: 类型安全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47141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Vite 6: 极速HMR开发体验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69087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React Router v6: SPA路由管理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91032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纯内联样式: Capacitor兼容性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5129783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全局错误边界: 防止白屏崩溃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534923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API自动降级: 后端不可用→离线模式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56869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localStorage持久化: 设置和会话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78815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响应式设计: 手机/平板/桌面适配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3749039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38861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🧩 组件树结构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25195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App (路由根组件)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447141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├── SetupPage (服务器设置)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69087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├── ChatPage (主聊天界面)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91032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│   ├── MessageBubble (消息气泡)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129783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│   ├── ChatInput (输入框)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34923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│   └── QuickQuestions (快捷问题)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556869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├── AdminPage (知识库管理)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78815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│   └── KnowledgeForm (编辑表单)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600760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└── api.ts (API服务层)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SYSTEM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🧪 功能测试覆盖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基础对话: 问候/咨询/多轮对话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产品咨询: 6款产品信息准确性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订单物流: 配送时效/查询引导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退换货: 政策准确性/流程完整性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售后保修: 期限/网点/故障排查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促销活动: 优惠信息/使用规则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9125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边界处理: 非业务问题引导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情绪安抚: 投诉场景共情+解决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01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离线降级: 后端不可用→内置回复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962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✅ 会话管理: 创建/切换/删除/历史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🔬 测试方法与结果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测试方法: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单元测试: API端点独立测试 (Swagger)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集成测试: 前后端联调 + AI服务联调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场景测试: 6大业务场景全覆盖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边界测试: 空输入/超长文本/特殊字符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19125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测试结果: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10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10个API端点全部通过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301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DeepSeek API响应时间 &lt; 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84962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知识库RAG匹配准确率 &gt; 85%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0690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离线模式20+关键词全部命中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3716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🐛 关键问题与解决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8745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问题1: 中文编码(GBK)错误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093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→ Python脚本输出强制UTF-8编码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3134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问题2: Android路径中文错误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5328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→ overridePathCheck=true绕过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75234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问题3: Gradle下载超时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97180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→ 腾讯云Gradle镜像加速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19125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问题4: UFW+安全组双重防火墙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410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→ 分别配置8000端口入站规则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6301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问题5: WebView TailwindCSS不兼容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84962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→ 重写纯内联样式+中文字体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📋 测试场景示例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617720"/>
            <a:ext cx="13716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6360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产品咨询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19" y="4617720"/>
            <a:ext cx="2743200" cy="32918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65960" y="46360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  <a:latin typeface="Microsoft YaHei"/>
              </a:defRPr>
            </a:pPr>
            <a:r>
              <a:t>用户: Smart X1多少钱?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4617720"/>
            <a:ext cx="6949440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463600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AI → Smart X1 ¥2,999起，性价比之王...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001768"/>
            <a:ext cx="13716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0200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退换货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19" y="5001768"/>
            <a:ext cx="2743200" cy="32918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65960" y="50200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  <a:latin typeface="Microsoft YaHei"/>
              </a:defRPr>
            </a:pPr>
            <a:r>
              <a:t>用户: 退货有什么条件?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5001768"/>
            <a:ext cx="6949440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0" y="502005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AI → 7天内无理由退货，3-5个工作日退款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385816"/>
            <a:ext cx="13716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4041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故障排查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74519" y="5385816"/>
            <a:ext cx="2743200" cy="32918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5960" y="54041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  <a:latin typeface="Microsoft YaHei"/>
              </a:defRPr>
            </a:pPr>
            <a:r>
              <a:t>用户: 手机开不了机了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5385816"/>
            <a:ext cx="6949440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0" y="540410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AI → 先表示歉意→引导重启→检查充电→提供维修方案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769864"/>
            <a:ext cx="13716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7881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情绪安抚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74519" y="5769864"/>
            <a:ext cx="2743200" cy="32918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65960" y="57881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  <a:latin typeface="Microsoft YaHei"/>
              </a:defRPr>
            </a:pPr>
            <a:r>
              <a:t>用户: 你们产品质量太差了!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5769864"/>
            <a:ext cx="6949440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54880" y="578815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AI → 先共情道歉→了解具体问题→积极提供解决方案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153912"/>
            <a:ext cx="13716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172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边界处理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74519" y="6153912"/>
            <a:ext cx="2743200" cy="32918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65960" y="61722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  <a:latin typeface="Microsoft YaHei"/>
              </a:defRPr>
            </a:pPr>
            <a:r>
              <a:t>用户: 给我讲个笑话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6153912"/>
            <a:ext cx="6949440" cy="32918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617220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AI → 礼貌说明能力范围→引导回产品/服务话题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云端部署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CLOUD DEPLOYMENT —— 阿里云ECS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☁️ 阿里云部署架构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服务器: 阿里云ECS (Ubuntu 22.04)——公网IP: 120.27.247.44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部署流程: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328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① Git Clone项目代码→/opt/ai-sales-chatbot/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② pip install -r requirements.txt (FastAPI/httpx等)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③ npm install + npm run build (Vite生产构建)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9125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④ 配置DeepSeek API Key环境变量 (.env)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107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⑤ python seed_knowledge.py (初始化32条知识库)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301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⑥ nohup uvicorn启动 (--host 0.0.0.0 --port 8000) 后台运行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防火墙: 阿里云安全组+UFW分别配置8000端口入站规则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🚀 部署亮点 &amp; 访问方式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745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一机全栈: 单台ECS承载API服务+静态资源+数据库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134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Web应用: http://120.27.247.44:8000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53288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API文档: http://120.27.247.44:8000/docs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5234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APK下载: http://120.27.247.44:8000/smartpick-app.apk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7180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GitHub: https://github.com/qcd576/ai-sales-chatbot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107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APK打包: Capacitor→原生APK(4.1MB) 内置离线引擎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✅ 当前运行状态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0916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🟢 API服务: 正常运行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2861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🟢 DeepSeek AI: 正常响应(&lt;3s)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480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🟢 前端页面: HTTP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675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🟢 Swagger文档: /docs可访问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869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🟢 知识库: 7分类 32条Q&amp;A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064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🟢 APK下载: 4.1MB正常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4206240"/>
            <a:ext cx="71323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43434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🔮 未来优化方向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709160"/>
            <a:ext cx="6675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HTTPS证书 (Let's Encrypt) → Nginx反向代理 → Docker容器化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928616"/>
            <a:ext cx="6675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SQLite→PostgreSQL迁移 → Redis缓存 → 向量检索替代关键词匹配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5148072"/>
            <a:ext cx="6675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JWT认证+Rate Limiting → CI/CD自动部署 → 多模型支持(通义千问等)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📱 扫码或访问以下链接体验系统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🌐 Web在线体验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浏览器打开即可使用，支持手机/平板/桌面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449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Microsoft YaHei"/>
              </a:defRPr>
            </a:pPr>
            <a:r>
              <a:t>🔗 http://120.27.247.44:8000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838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在线模式: DeepSeek AI智能对话 | 离线模式: 内置引擎无需网络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10312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📱 Android APP下载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手机浏览器打开链接→下载安装 (4.1MB)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449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icrosoft YaHei"/>
              </a:defRPr>
            </a:pPr>
            <a:r>
              <a:t>🔗 http://120.27.247.44:8000/smartpick-app.apk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838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安装即用，打开直接进入聊天 | 内置离线引擎无需服务器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💻 开源代码仓库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完整源代码/文档/部署脚本/项目报告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4807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icrosoft YaHei"/>
              </a:defRPr>
            </a:pPr>
            <a:r>
              <a:t>🔗 https://github.com/qcd576/ai-sales-chatbot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869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36+源文件 | FastAPI + React 全栈 | 完整提交历史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0624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343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📋 API交互文档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70916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Swagger UI自动生成的交互式API文档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14807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Microsoft YaHei"/>
              </a:defRPr>
            </a:pPr>
            <a:r>
              <a:t>🔗 http://120.27.247.44:8000/docs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5869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10个API端点在线测试 | 请求/响应示例 | 参数说明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8580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📋 项目成果总结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以智选科技消费电子品牌为背景，基于LLM+提示词工程+RAG技术: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✅ 市场调研与需求分析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3288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   行业痛点→差异化定位→五大核心功能→用户画像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✅ AI核心实现 (最大技术亮点)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   六层系统提示词框架→32条知识库→RAG检索增强→回复质量显著提升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9125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✅ 全栈系统开发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1071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   React前端(3页面+组件)→FastAPI后端(10个API)→SQLite(3表)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3016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✅ 云端部署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96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   阿里云ECS→公网访问→Android APK打包→GitHub开源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✅ 项目文档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885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   完整项目报告(5章)→答辩PPT→API文档→部署文档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371600"/>
            <a:ext cx="41148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🌟 项目创新点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8745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1. 六层提示词工程框架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09397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区别于简单API调用——分层控制实现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31343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专业/可控/边界清晰的回复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5328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2. RAG检索增强生成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75234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结构化知识库+关键词匹配评分算法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97180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使LLM回复基于真实品牌数据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19125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3. 全自动离线降级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41071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后端不可用→自动切换内置引擎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301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20+关键词无感切换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8496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4. 一机全栈部署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6908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单ECS承载API+静态资源+数据库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28853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5. Web+APP双端交付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50799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后端API可同时服务Web/小程序/APP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7274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Capacitor打包降低移动端门槛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011680"/>
            <a:ext cx="2103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致  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BAF3"/>
                </a:solidFill>
                <a:latin typeface="Microsoft YaHei"/>
              </a:defRPr>
            </a:pPr>
            <a:r>
              <a:t>感谢指导老师在项目选题、技术方案设计和实施过程中给予的悂心指导。</a:t>
            </a:r>
            <a:br/>
            <a:br/>
            <a:r>
              <a:t>感谢课程助教和项目团队成员在系统开发和测试过程中的密切协作。</a:t>
            </a:r>
            <a:br/>
            <a:br/>
            <a:r>
              <a:t>感谢各位老师和同学的聆听，请多提宝贵意见！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760720"/>
            <a:ext cx="3931920" cy="91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8FBD"/>
                </a:solidFill>
                <a:latin typeface="Microsoft YaHei"/>
              </a:defRPr>
            </a:pPr>
            <a:r>
              <a:t>答辩人: 乔成铎    |    课程: 大数据机器学习    |    2026年6月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